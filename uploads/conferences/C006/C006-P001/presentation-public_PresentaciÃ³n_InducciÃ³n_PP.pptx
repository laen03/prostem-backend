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QZ2aH6lkqonF4waawwEFnH/4/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8d4e255b8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158d4e255b8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8d4e255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158d4e255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58d4e255b8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158d4e255b8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wSOU11qKs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cnube1-my.sharepoint.com/:f:/r/personal/joalfaro_itcr_ac_cr/Documents/TEC/Cursos/Pr%C3%A1cticas%20de%20Especialidad/Recomendaciones%20Pr%C3%A1ctica%20Profesional%20-%20Informe?csf=1&amp;web=1&amp;e=GgZ6B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462058" y="450221"/>
            <a:ext cx="11272742" cy="391812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ctrTitle"/>
          </p:nvPr>
        </p:nvSpPr>
        <p:spPr>
          <a:xfrm>
            <a:off x="1100669" y="1097339"/>
            <a:ext cx="10011831" cy="262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s-ES" sz="6600">
                <a:solidFill>
                  <a:srgbClr val="FFFFFF"/>
                </a:solidFill>
              </a:rPr>
              <a:t>Curso IC-8842 Práctica Profesional </a:t>
            </a:r>
            <a:endParaRPr sz="6600">
              <a:solidFill>
                <a:srgbClr val="FFFFFF"/>
              </a:solidFill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57200" y="4517136"/>
            <a:ext cx="2112264" cy="1892808"/>
          </a:xfrm>
          <a:prstGeom prst="rect">
            <a:avLst/>
          </a:prstGeom>
          <a:solidFill>
            <a:schemeClr val="accent1">
              <a:alpha val="9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2733989" y="4521269"/>
            <a:ext cx="6720830" cy="1877811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3226159" y="4843002"/>
            <a:ext cx="5760850" cy="123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600"/>
              <a:buNone/>
            </a:pPr>
            <a:r>
              <a:rPr lang="es-ES" sz="2600">
                <a:solidFill>
                  <a:srgbClr val="0C0C0C"/>
                </a:solidFill>
              </a:rPr>
              <a:t>Bachillerato en Ingeniería de Computación, Plan 411.</a:t>
            </a:r>
            <a:endParaRPr sz="2600">
              <a:solidFill>
                <a:srgbClr val="0C0C0C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619345" y="4521270"/>
            <a:ext cx="2115455" cy="189020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462057" y="450222"/>
            <a:ext cx="11248533" cy="278186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774698" y="762000"/>
            <a:ext cx="10622327" cy="214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s-ES" sz="2600">
                <a:solidFill>
                  <a:srgbClr val="FFFFFF"/>
                </a:solidFill>
              </a:rPr>
              <a:t>Objetivo General </a:t>
            </a:r>
            <a:endParaRPr sz="2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s-ES" sz="2600">
                <a:solidFill>
                  <a:srgbClr val="FFFFFF"/>
                </a:solidFill>
              </a:rPr>
              <a:t>Desarrollar un proyecto en el campo de la Computación y el desarrollo de software en un ambiente laboral para demostrar dominio de conocimientos y habilidades propias de un Ingeniero en Computación.”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67505" y="3395972"/>
            <a:ext cx="1332806" cy="1417320"/>
          </a:xfrm>
          <a:prstGeom prst="rect">
            <a:avLst/>
          </a:prstGeom>
          <a:solidFill>
            <a:schemeClr val="accent1">
              <a:alpha val="9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62054" y="4965191"/>
            <a:ext cx="1338257" cy="1437773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975100" y="3395974"/>
            <a:ext cx="9735491" cy="3006991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2070340" y="3231605"/>
            <a:ext cx="9326685" cy="3373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s-ES" sz="1100"/>
              <a:t>Objetivos Específicos </a:t>
            </a:r>
            <a:endParaRPr sz="11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Plantear soluciones a problemas específicos, empleando técnicas y métodos de investigación relacionados con la Ingeniería en Computación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Demostrar su capacidad creativa, investigativa, de trabajo en equipo y documentación técnica en nuevos ambientes tecnológicos en la realización de un proyecto.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Considerar la dimensión ética, técnica e interpersonal en sus relaciones propias de su vinculación con el campo de la disciplina.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Fomentar la transferencia tecnológica y la generación de conocimientos en la organización donde se realice la Práctica de Especialidad.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Generar los correspondientes artefactos o productos esperados según la naturaleza del proyecto.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Desarrollar habilidades de comunicación oral y escrita. </a:t>
            </a:r>
            <a:endParaRPr sz="1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/>
              <a:t> Fomentar el desenvolvimiento en sesiones formales de trabajo. 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 descr="Detalles de la captura de escaleras de piedra en tono azul"/>
          <p:cNvPicPr preferRelativeResize="0"/>
          <p:nvPr/>
        </p:nvPicPr>
        <p:blipFill rotWithShape="1">
          <a:blip r:embed="rId3">
            <a:alphaModFix amt="50000"/>
          </a:blip>
          <a:srcRect t="1761" r="-2" b="13841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s-ES" sz="6000">
                <a:solidFill>
                  <a:srgbClr val="FFFFFF"/>
                </a:solidFill>
              </a:rPr>
              <a:t>Pasos para realizar Práctica Profesional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 flipH="1">
            <a:off x="6582780" y="-2008"/>
            <a:ext cx="5609220" cy="5840278"/>
          </a:xfrm>
          <a:custGeom>
            <a:avLst/>
            <a:gdLst/>
            <a:ahLst/>
            <a:cxnLst/>
            <a:rect l="l" t="t" r="r" b="b"/>
            <a:pathLst>
              <a:path w="5609220" h="5840278" extrusionOk="0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l="27647" r="8216" b="5"/>
          <a:stretch/>
        </p:blipFill>
        <p:spPr>
          <a:xfrm>
            <a:off x="6750141" y="-2"/>
            <a:ext cx="5441859" cy="5654940"/>
          </a:xfrm>
          <a:custGeom>
            <a:avLst/>
            <a:gdLst/>
            <a:ahLst/>
            <a:cxnLst/>
            <a:rect l="l" t="t" r="r" b="b"/>
            <a:pathLst>
              <a:path w="5441859" h="5654940" extrusionOk="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25" name="Google Shape;125;p4"/>
          <p:cNvGrpSpPr/>
          <p:nvPr/>
        </p:nvGrpSpPr>
        <p:grpSpPr>
          <a:xfrm>
            <a:off x="762000" y="442654"/>
            <a:ext cx="7902466" cy="5884081"/>
            <a:chOff x="0" y="32692"/>
            <a:chExt cx="7902466" cy="5884081"/>
          </a:xfrm>
        </p:grpSpPr>
        <p:sp>
          <p:nvSpPr>
            <p:cNvPr id="126" name="Google Shape;126;p4"/>
            <p:cNvSpPr/>
            <p:nvPr/>
          </p:nvSpPr>
          <p:spPr>
            <a:xfrm>
              <a:off x="0" y="32692"/>
              <a:ext cx="7902466" cy="1112304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54298" y="86990"/>
              <a:ext cx="7793870" cy="1003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Buscar empresa para realizar la práctica profesional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0" y="1225636"/>
              <a:ext cx="7902466" cy="1112304"/>
            </a:xfrm>
            <a:prstGeom prst="roundRect">
              <a:avLst>
                <a:gd name="adj" fmla="val 16667"/>
              </a:avLst>
            </a:prstGeom>
            <a:solidFill>
              <a:srgbClr val="52CB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54298" y="1279934"/>
              <a:ext cx="7793870" cy="1003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Presentar anteproyecto de Práctica al comité evaluador 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0" y="2418580"/>
              <a:ext cx="7902466" cy="1112304"/>
            </a:xfrm>
            <a:prstGeom prst="roundRect">
              <a:avLst>
                <a:gd name="adj" fmla="val 16667"/>
              </a:avLst>
            </a:prstGeom>
            <a:solidFill>
              <a:srgbClr val="4CC38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54298" y="2472878"/>
              <a:ext cx="7793870" cy="1003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Comité evaluador debe aceptar el anteproyecto (Empresa, Alcance)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3611525"/>
              <a:ext cx="7902466" cy="1112304"/>
            </a:xfrm>
            <a:prstGeom prst="roundRect">
              <a:avLst>
                <a:gd name="adj" fmla="val 16667"/>
              </a:avLst>
            </a:prstGeom>
            <a:solidFill>
              <a:srgbClr val="46BA4E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4298" y="3665823"/>
              <a:ext cx="7793870" cy="1003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Hacer solicitud de inclusión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0" y="4804469"/>
              <a:ext cx="7902466" cy="1112304"/>
            </a:xfrm>
            <a:prstGeom prst="roundRect">
              <a:avLst>
                <a:gd name="adj" fmla="val 16667"/>
              </a:avLst>
            </a:prstGeom>
            <a:solidFill>
              <a:srgbClr val="6FAB4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4298" y="4858767"/>
              <a:ext cx="7793870" cy="1003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solicita la matrícula de estudiantes 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6" name="Rectangle 153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</a:pPr>
            <a:r>
              <a:rPr lang="es-CR" sz="5000"/>
              <a:t>Proceso de Práctica Profesional. ROLES</a:t>
            </a:r>
          </a:p>
        </p:txBody>
      </p:sp>
      <p:sp>
        <p:nvSpPr>
          <p:cNvPr id="16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1" name="Google Shape;141;p5"/>
          <p:cNvGrpSpPr/>
          <p:nvPr/>
        </p:nvGrpSpPr>
        <p:grpSpPr>
          <a:xfrm>
            <a:off x="4654296" y="630936"/>
            <a:ext cx="5208895" cy="3913632"/>
            <a:chOff x="0" y="399293"/>
            <a:chExt cx="6263640" cy="4706100"/>
          </a:xfrm>
        </p:grpSpPr>
        <p:sp>
          <p:nvSpPr>
            <p:cNvPr id="142" name="Google Shape;142;p5"/>
            <p:cNvSpPr/>
            <p:nvPr/>
          </p:nvSpPr>
          <p:spPr>
            <a:xfrm>
              <a:off x="0" y="399293"/>
              <a:ext cx="6263640" cy="1079325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52688" y="451981"/>
              <a:ext cx="6158264" cy="973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171450" rIns="171450" bIns="17145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Coordinador de Práctica 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0" y="1608218"/>
              <a:ext cx="6263640" cy="1079325"/>
            </a:xfrm>
            <a:prstGeom prst="roundRect">
              <a:avLst>
                <a:gd name="adj" fmla="val 16667"/>
              </a:avLst>
            </a:prstGeom>
            <a:solidFill>
              <a:srgbClr val="50C9B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52688" y="1660906"/>
              <a:ext cx="6158264" cy="973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171450" rIns="171450" bIns="17145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Profesor asesor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0" y="2817143"/>
              <a:ext cx="6263640" cy="1079325"/>
            </a:xfrm>
            <a:prstGeom prst="roundRect">
              <a:avLst>
                <a:gd name="adj" fmla="val 16667"/>
              </a:avLst>
            </a:prstGeom>
            <a:solidFill>
              <a:srgbClr val="48BD6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52688" y="2869831"/>
              <a:ext cx="6158264" cy="973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171450" rIns="171450" bIns="17145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Contraparte empresarial 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0" y="4026068"/>
              <a:ext cx="6263640" cy="1079325"/>
            </a:xfrm>
            <a:prstGeom prst="roundRect">
              <a:avLst>
                <a:gd name="adj" fmla="val 16667"/>
              </a:avLst>
            </a:prstGeom>
            <a:solidFill>
              <a:srgbClr val="6FAB46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52688" y="4078756"/>
              <a:ext cx="6158264" cy="973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171450" rIns="171450" bIns="17145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lt1"/>
                </a:buClr>
                <a:buSzPts val="4500"/>
                <a:buFont typeface="Calibri"/>
                <a:buNone/>
              </a:pPr>
              <a:r>
                <a:rPr lang="es-ES" sz="2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Estudiante </a:t>
              </a:r>
              <a:endPara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73235" y="1371600"/>
            <a:ext cx="4529312" cy="3589977"/>
          </a:xfrm>
          <a:custGeom>
            <a:avLst/>
            <a:gdLst/>
            <a:ahLst/>
            <a:cxnLst/>
            <a:rect l="l" t="t" r="r" b="b"/>
            <a:pathLst>
              <a:path w="5470628" h="3193741" extrusionOk="0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>
            <a:spLocks noGrp="1"/>
          </p:cNvSpPr>
          <p:nvPr>
            <p:ph type="title"/>
          </p:nvPr>
        </p:nvSpPr>
        <p:spPr>
          <a:xfrm>
            <a:off x="1000941" y="685801"/>
            <a:ext cx="3495000" cy="54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Proceso de Práctica Profesional. Desempeño</a:t>
            </a:r>
            <a:endParaRPr/>
          </a:p>
        </p:txBody>
      </p:sp>
      <p:grpSp>
        <p:nvGrpSpPr>
          <p:cNvPr id="157" name="Google Shape;157;p6"/>
          <p:cNvGrpSpPr/>
          <p:nvPr/>
        </p:nvGrpSpPr>
        <p:grpSpPr>
          <a:xfrm>
            <a:off x="5764814" y="862424"/>
            <a:ext cx="4526718" cy="5290313"/>
            <a:chOff x="1062267" y="24225"/>
            <a:chExt cx="4526718" cy="5290313"/>
          </a:xfrm>
        </p:grpSpPr>
        <p:sp>
          <p:nvSpPr>
            <p:cNvPr id="158" name="Google Shape;158;p6"/>
            <p:cNvSpPr/>
            <p:nvPr/>
          </p:nvSpPr>
          <p:spPr>
            <a:xfrm>
              <a:off x="1468110" y="24225"/>
              <a:ext cx="1269562" cy="126956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1738673" y="294788"/>
              <a:ext cx="728437" cy="72843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1062267" y="1689225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1062267" y="1689225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INFORME I, INFORME II, INFORME III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3913579" y="24225"/>
              <a:ext cx="1269562" cy="126956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4184142" y="294788"/>
              <a:ext cx="728437" cy="72843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507735" y="1689225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3507735" y="1689225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DEFENSA DE LA PRÁCTICA PROFESIONAL. JURADO EVALUADOR 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2690845" y="2929538"/>
              <a:ext cx="1269562" cy="126956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2961407" y="3200100"/>
              <a:ext cx="728437" cy="7284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2285001" y="4594538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2285001" y="4594538"/>
              <a:ext cx="2081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s-E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DOCUMENTO DE ANTEPROYECTO 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58d4e255b8_0_12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58d4e255b8_0_1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Eventos </a:t>
            </a:r>
            <a:endParaRPr/>
          </a:p>
        </p:txBody>
      </p:sp>
      <p:sp>
        <p:nvSpPr>
          <p:cNvPr id="176" name="Google Shape;176;g158d4e255b8_0_1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g158d4e255b8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924" y="0"/>
            <a:ext cx="592734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8d4e255b8_0_0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158d4e255b8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Enlace con la Industria</a:t>
            </a:r>
            <a:endParaRPr/>
          </a:p>
        </p:txBody>
      </p:sp>
      <p:sp>
        <p:nvSpPr>
          <p:cNvPr id="184" name="Google Shape;184;g158d4e255b8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g158d4e255b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631848"/>
            <a:ext cx="9796726" cy="47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8d4e255b8_0_136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58d4e255b8_0_1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Enlaces de Interés</a:t>
            </a:r>
            <a:endParaRPr/>
          </a:p>
        </p:txBody>
      </p:sp>
      <p:sp>
        <p:nvSpPr>
          <p:cNvPr id="192" name="Google Shape;192;g158d4e255b8_0_1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Charla de Práctica en el Extranjero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 </a:t>
            </a:r>
            <a:r>
              <a:rPr lang="es-ES" u="sng">
                <a:solidFill>
                  <a:schemeClr val="hlink"/>
                </a:solidFill>
                <a:hlinkClick r:id="rId3"/>
              </a:rPr>
              <a:t>https://youtu.be/gwSOU11qKsY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Apoyo para formulación de Anteproyecto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Recomendaciones Práctica Profesional - Informe</a:t>
            </a:r>
            <a:endParaRPr sz="4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" descr="Calendario vacío con lápiz"/>
          <p:cNvPicPr preferRelativeResize="0"/>
          <p:nvPr/>
        </p:nvPicPr>
        <p:blipFill rotWithShape="1">
          <a:blip r:embed="rId3">
            <a:alphaModFix/>
          </a:blip>
          <a:srcRect l="21528" r="-3" b="-3"/>
          <a:stretch/>
        </p:blipFill>
        <p:spPr>
          <a:xfrm>
            <a:off x="4117521" y="10"/>
            <a:ext cx="80744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 rot="10800000" flipH="1">
            <a:off x="0" y="-478"/>
            <a:ext cx="7859800" cy="6858478"/>
          </a:xfrm>
          <a:custGeom>
            <a:avLst/>
            <a:gdLst/>
            <a:ahLst/>
            <a:cxnLst/>
            <a:rect l="l" t="t" r="r" b="b"/>
            <a:pathLst>
              <a:path w="7859800" h="6858478" extrusionOk="0">
                <a:moveTo>
                  <a:pt x="7859800" y="6858478"/>
                </a:moveTo>
                <a:lnTo>
                  <a:pt x="435245" y="6858478"/>
                </a:lnTo>
                <a:lnTo>
                  <a:pt x="435505" y="6857916"/>
                </a:lnTo>
                <a:lnTo>
                  <a:pt x="0" y="6857916"/>
                </a:lnTo>
                <a:lnTo>
                  <a:pt x="0" y="0"/>
                </a:lnTo>
                <a:lnTo>
                  <a:pt x="3611620" y="0"/>
                </a:lnTo>
                <a:lnTo>
                  <a:pt x="4677848" y="0"/>
                </a:lnTo>
                <a:lnTo>
                  <a:pt x="4683425" y="0"/>
                </a:lnTo>
                <a:close/>
              </a:path>
            </a:pathLst>
          </a:cu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 rot="10800000" flipH="1">
            <a:off x="0" y="-478"/>
            <a:ext cx="7431174" cy="6858478"/>
          </a:xfrm>
          <a:custGeom>
            <a:avLst/>
            <a:gdLst/>
            <a:ahLst/>
            <a:cxnLst/>
            <a:rect l="l" t="t" r="r" b="b"/>
            <a:pathLst>
              <a:path w="7431174" h="6858478" extrusionOk="0">
                <a:moveTo>
                  <a:pt x="7431174" y="6858478"/>
                </a:moveTo>
                <a:lnTo>
                  <a:pt x="6619" y="6858478"/>
                </a:lnTo>
                <a:lnTo>
                  <a:pt x="6879" y="6857916"/>
                </a:lnTo>
                <a:lnTo>
                  <a:pt x="0" y="6857916"/>
                </a:lnTo>
                <a:lnTo>
                  <a:pt x="0" y="0"/>
                </a:lnTo>
                <a:lnTo>
                  <a:pt x="3182994" y="0"/>
                </a:lnTo>
                <a:lnTo>
                  <a:pt x="4249222" y="0"/>
                </a:lnTo>
                <a:lnTo>
                  <a:pt x="4254799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>
            <a:spLocks noGrp="1"/>
          </p:cNvSpPr>
          <p:nvPr>
            <p:ph type="title"/>
          </p:nvPr>
        </p:nvSpPr>
        <p:spPr>
          <a:xfrm>
            <a:off x="229578" y="106332"/>
            <a:ext cx="526615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Calendario</a:t>
            </a:r>
            <a:endParaRPr/>
          </a:p>
        </p:txBody>
      </p:sp>
      <p:grpSp>
        <p:nvGrpSpPr>
          <p:cNvPr id="201" name="Google Shape;201;p7"/>
          <p:cNvGrpSpPr/>
          <p:nvPr/>
        </p:nvGrpSpPr>
        <p:grpSpPr>
          <a:xfrm>
            <a:off x="114559" y="1548148"/>
            <a:ext cx="6860101" cy="4542548"/>
            <a:chOff x="0" y="0"/>
            <a:chExt cx="6860101" cy="4542548"/>
          </a:xfrm>
        </p:grpSpPr>
        <p:cxnSp>
          <p:nvCxnSpPr>
            <p:cNvPr id="202" name="Google Shape;202;p7"/>
            <p:cNvCxnSpPr/>
            <p:nvPr/>
          </p:nvCxnSpPr>
          <p:spPr>
            <a:xfrm>
              <a:off x="0" y="0"/>
              <a:ext cx="6860101" cy="0"/>
            </a:xfrm>
            <a:prstGeom prst="straightConnector1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3" name="Google Shape;203;p7"/>
            <p:cNvSpPr/>
            <p:nvPr/>
          </p:nvSpPr>
          <p:spPr>
            <a:xfrm>
              <a:off x="0" y="0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0" y="0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s-E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Recepción de  anteproyectos  (1 Diciembre - 9 de Diciembre)</a:t>
              </a:r>
              <a:endParaRPr sz="3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5" name="Google Shape;205;p7"/>
            <p:cNvCxnSpPr/>
            <p:nvPr/>
          </p:nvCxnSpPr>
          <p:spPr>
            <a:xfrm>
              <a:off x="0" y="1135637"/>
              <a:ext cx="6860101" cy="0"/>
            </a:xfrm>
            <a:prstGeom prst="straightConnector1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6" name="Google Shape;206;p7"/>
            <p:cNvSpPr/>
            <p:nvPr/>
          </p:nvSpPr>
          <p:spPr>
            <a:xfrm>
              <a:off x="0" y="1135637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0" y="1135637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s-E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Resultados de anteproyectos   </a:t>
              </a:r>
              <a:endParaRPr sz="3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s-E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(16 de Diciembre)</a:t>
              </a:r>
              <a:endParaRPr sz="3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7"/>
            <p:cNvCxnSpPr/>
            <p:nvPr/>
          </p:nvCxnSpPr>
          <p:spPr>
            <a:xfrm>
              <a:off x="0" y="2271274"/>
              <a:ext cx="6860101" cy="0"/>
            </a:xfrm>
            <a:prstGeom prst="straightConnector1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9" name="Google Shape;209;p7"/>
            <p:cNvSpPr/>
            <p:nvPr/>
          </p:nvSpPr>
          <p:spPr>
            <a:xfrm>
              <a:off x="0" y="2271274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 txBox="1"/>
            <p:nvPr/>
          </p:nvSpPr>
          <p:spPr>
            <a:xfrm>
              <a:off x="0" y="2271274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r>
                <a:rPr lang="es-ES" sz="3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Inicio de febrero 2023</a:t>
              </a:r>
              <a:endParaRPr sz="3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1" name="Google Shape;211;p7"/>
            <p:cNvCxnSpPr/>
            <p:nvPr/>
          </p:nvCxnSpPr>
          <p:spPr>
            <a:xfrm>
              <a:off x="0" y="3406911"/>
              <a:ext cx="6860101" cy="0"/>
            </a:xfrm>
            <a:prstGeom prst="straightConnector1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12" name="Google Shape;212;p7"/>
            <p:cNvSpPr/>
            <p:nvPr/>
          </p:nvSpPr>
          <p:spPr>
            <a:xfrm>
              <a:off x="0" y="3406911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0" y="3406911"/>
              <a:ext cx="6860101" cy="11356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100" tIns="118100" rIns="118100" bIns="118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alibri"/>
                <a:buNone/>
              </a:pPr>
              <a:endParaRPr sz="3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Panorámica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Tema de Office</vt:lpstr>
      <vt:lpstr>Tema de Office</vt:lpstr>
      <vt:lpstr>Curso IC-8842 Práctica Profesional </vt:lpstr>
      <vt:lpstr>Objetivo General  Desarrollar un proyecto en el campo de la Computación y el desarrollo de software en un ambiente laboral para demostrar dominio de conocimientos y habilidades propias de un Ingeniero en Computación.”</vt:lpstr>
      <vt:lpstr>Pasos para realizar Práctica Profesional</vt:lpstr>
      <vt:lpstr>Presentación de PowerPoint</vt:lpstr>
      <vt:lpstr>Proceso de Práctica Profesional. ROLES</vt:lpstr>
      <vt:lpstr>Proceso de Práctica Profesional. Desempeño</vt:lpstr>
      <vt:lpstr>Eventos </vt:lpstr>
      <vt:lpstr>Enlace con la Industria</vt:lpstr>
      <vt:lpstr>Enlaces de Interés</vt:lpstr>
      <vt:lpstr>Calendario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IC-8842 Práctica Profesional </dc:title>
  <cp:lastModifiedBy>Gaudy Esquivel Vega</cp:lastModifiedBy>
  <cp:revision>1</cp:revision>
  <dcterms:created xsi:type="dcterms:W3CDTF">2021-05-12T14:26:18Z</dcterms:created>
  <dcterms:modified xsi:type="dcterms:W3CDTF">2022-09-23T19:31:55Z</dcterms:modified>
</cp:coreProperties>
</file>